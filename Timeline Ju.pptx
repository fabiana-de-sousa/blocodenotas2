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AF634-3E8B-1E38-B147-577E959E3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8DD0AA-E7D5-CBD8-DDD8-989EF126E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D6470-CFB2-57F9-0064-FED93F8A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DEB2E5-F8FF-5ACD-283D-4C9F925C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A441D1-2EDC-C2E6-5C16-A5E0D273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9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5863C-3EBC-2461-8EC1-84A7F151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47B94A-F583-51A5-C235-F6604096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10661-B65F-C1FC-7EBA-37126607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9BB19F-E345-92BD-6E02-0813B460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10375E-761A-D7B2-2A4B-ECECC2BA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69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2AC11-303C-1B98-3071-67654D38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D1B327-70E3-8C8A-5F8C-18D077A50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9F07DF-2F68-A443-36FB-F43D9FE4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52DD5D-2C47-6C06-B647-9F52D87B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A9F097-92BB-DF98-8298-DE33122D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77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C64B6-B7B8-34BA-486E-3FE5576B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69331-A2E9-4F74-9FF8-4353F2DD0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5A6613-9F67-4E24-D74E-61DBEE5EF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5AB41C-A639-94E6-BBA3-45B331F7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17D938-3694-20B2-5B9E-EDFEA9A4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B4F8FB-3DC3-5D5C-12F5-0A67EA42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81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C6BC8-5107-9C1D-965E-61064D86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3F8EE2-BA31-D8F5-66DA-AA07194F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C033D3-E38D-D1F4-50C5-6B67DDA22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86B809-309A-1242-5162-0AA859AED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0A3069-9BD5-D794-5F80-39F8BFCC8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0A443D-FC4B-F25C-B5C2-9118B4D9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F2561E-4293-7006-2291-39CA9D27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840291-64FF-BC7C-3864-59315B85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46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BB03D-C7B5-5612-D0AA-B3A3E144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4A9DAF-8847-F98D-46AB-EF1EDB2F1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B7226C-FC89-FA26-3E36-88FB9CE6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302535-7A02-3933-33B4-E16498A1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5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46C064-21EF-8EE9-EEAB-1A79961B8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64FFA3-8943-4BA6-639A-AE99A9C8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E0CBCF-B639-BB3E-2A73-201758AE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87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31FA5-747C-0675-52C4-E6F3ECB0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2DF943-5D06-FBB9-4ED9-721B35E97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20518A-7A50-1C34-E9AB-CB402D75F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590D92-F1FB-A453-03E6-13063863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A2CE2B-6F7E-A8EE-2ECD-254611CC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01739D-E7C8-CA65-2C51-8EF3288B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352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723CB-5149-DE15-E520-129526B9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D02568-FC50-3F2B-9180-8DD2E821A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6DB808-30C0-0EB3-DEE4-8C9EDD402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F32325-02C0-1DB0-69AC-33E50A4A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218BA6-07D6-0A5A-D77B-3BE189AD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1AF990-C90C-0C5A-E5E7-D1B07399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59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5E70-A50C-2D71-D988-4EBFA3A6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EAB894-057F-10C9-6E08-39541CBCD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C70191-7CB1-5FE2-B65F-1819B305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42C5C-F8D9-72D9-FB87-0BDD794C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1DA052-FF45-BE6C-1FDF-3F56D2F7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95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DEFDF9-584F-0680-88D3-4700FA5B7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0C6415-6902-11DD-3D74-F5B0762FF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2E21C0-AEAB-F941-40A8-DD947915B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FBF01D-4D2E-D1AE-2C38-6943C13B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E4423D-FADC-CF00-E5C2-D6F7A890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28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B1CD6C5-E043-EE38-64DE-99C3AD79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62EA43-3A05-5C3D-B660-993CA6E8B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79708-3E30-68F6-E8E7-EE537431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EEF60-E268-4FBE-9D62-167D0C9E5C6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092901-2C89-12AA-F209-31E9B4F9F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17B93A-5174-7E9F-4593-C064C9879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B4AC6-1439-465B-B3A1-5B9517E9F064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65D476-A921-64C7-6093-A32304BBEE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043738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*** Documento CORPORATIVO de TELEFÓNICA. *** CORPORATE document of TELEFÓNICA. *** Documento CORPORATIVO da TELEFÓNICA. *** TELEFÓNICA UNTERNEHMENSINTERN Dokument.</a:t>
            </a:r>
          </a:p>
        </p:txBody>
      </p:sp>
    </p:spTree>
    <p:extLst>
      <p:ext uri="{BB962C8B-B14F-4D97-AF65-F5344CB8AC3E}">
        <p14:creationId xmlns:p14="http://schemas.microsoft.com/office/powerpoint/2010/main" val="343100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3E2BB-2988-F015-A5F1-53F6D6D11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2E6967-4F60-E3F1-7F40-8122DDD3F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2A4D24-DAA2-59C0-06FC-63C7D1852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1257"/>
            <a:ext cx="10668000" cy="60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23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feff2ac-c3de-488c-99b2-c6384bfed2ea}" enabled="1" method="Standard" siteId="{9744600e-3e04-492e-baa1-25ec245c6f1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Fabiana Vieira De Sousa</dc:creator>
  <cp:lastModifiedBy>Fabiana Vieira De Sousa</cp:lastModifiedBy>
  <cp:revision>1</cp:revision>
  <dcterms:created xsi:type="dcterms:W3CDTF">2025-11-26T15:11:02Z</dcterms:created>
  <dcterms:modified xsi:type="dcterms:W3CDTF">2025-11-26T15:11:41Z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*** Documento CORPORATIVO de TELEFÓNICA. *** CORPORATE document of TELEFÓNICA. *** Documento CORPORATIVO da TELEFÓNICA. *** TELEFÓNICA UNTERNEHMENSINTERN Dokument.</vt:lpwstr>
  </property>
</Properties>
</file>